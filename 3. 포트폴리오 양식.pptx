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4" r:id="rId6"/>
    <p:sldId id="262" r:id="rId7"/>
    <p:sldId id="268" r:id="rId8"/>
    <p:sldId id="271" r:id="rId9"/>
    <p:sldId id="270" r:id="rId10"/>
    <p:sldId id="275" r:id="rId11"/>
    <p:sldId id="266" r:id="rId12"/>
    <p:sldId id="272" r:id="rId13"/>
    <p:sldId id="276" r:id="rId14"/>
    <p:sldId id="265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636" y="72"/>
      </p:cViewPr>
      <p:guideLst>
        <p:guide orient="horz" pos="215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380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7439-0759-477B-A2F6-8385B216B84F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444D2-6F0A-4DB7-A5E0-54D846E213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157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" TargetMode="External"/><Relationship Id="rId2" Type="http://schemas.openxmlformats.org/officeDocument/2006/relationships/hyperlink" Target="http://www.youtube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" TargetMode="External"/><Relationship Id="rId2" Type="http://schemas.openxmlformats.org/officeDocument/2006/relationships/hyperlink" Target="http://www.youtube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0720" y="8263559"/>
            <a:ext cx="3718357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spc="-36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helloworld@naver.com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0720" y="7897501"/>
            <a:ext cx="3718357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spc="-36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123. 456. 7890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0720" y="7211267"/>
            <a:ext cx="1911102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1" spc="-36">
                <a:solidFill>
                  <a:srgbClr val="16161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Hong Gildong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09750" y="4178458"/>
            <a:ext cx="6785091" cy="16032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12743"/>
              </a:lnSpc>
              <a:defRPr/>
            </a:pPr>
            <a:r>
              <a:rPr lang="en-US" altLang="ko-KR" sz="9102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Developer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09750" y="5661750"/>
            <a:ext cx="6785091" cy="6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Portpolio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63611" y="3313710"/>
            <a:ext cx="4780389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20"/>
              </a:lnSpc>
            </a:pPr>
            <a:r>
              <a:rPr lang="en-US" sz="3300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About 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52727" y="3394038"/>
            <a:ext cx="97689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61616"/>
                </a:solidFill>
                <a:latin typeface="+mj-ea"/>
                <a:ea typeface="+mj-ea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63611" y="4450385"/>
            <a:ext cx="5542389" cy="5899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620"/>
              </a:lnSpc>
              <a:defRPr/>
            </a:pPr>
            <a:r>
              <a:rPr lang="en-US" altLang="ko-KR" sz="3300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Project</a:t>
            </a:r>
            <a:r>
              <a:rPr lang="en-US" altLang="ko-KR" sz="3300" dirty="0">
                <a:solidFill>
                  <a:srgbClr val="161616"/>
                </a:solidFill>
                <a:latin typeface="+mn-ea"/>
                <a:cs typeface="Source Han Sans KR"/>
                <a:sym typeface="Source Han Sans KR"/>
              </a:rPr>
              <a:t> List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52727" y="4530713"/>
            <a:ext cx="97689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61616"/>
                </a:solidFill>
                <a:latin typeface="+mj-ea"/>
                <a:ea typeface="+mj-ea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63611" y="5587060"/>
            <a:ext cx="5389989" cy="5346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620"/>
              </a:lnSpc>
              <a:defRPr/>
            </a:pPr>
            <a:r>
              <a:rPr lang="en-US" altLang="ko-KR" sz="3300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Project 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52727" y="5667387"/>
            <a:ext cx="97689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61616"/>
                </a:solidFill>
                <a:latin typeface="+mj-ea"/>
                <a:ea typeface="+mj-ea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63611" y="6723735"/>
            <a:ext cx="4780389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52727" y="6804062"/>
            <a:ext cx="976898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161616"/>
                </a:solidFill>
                <a:latin typeface="+mj-ea"/>
                <a:ea typeface="+mj-ea"/>
                <a:cs typeface="Source Han Sans KR Bold"/>
                <a:sym typeface="Source Han Sans KR Bold"/>
              </a:rPr>
              <a:t>04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3557" y="800100"/>
            <a:ext cx="242732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8639" y="7191780"/>
            <a:ext cx="3808361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ko-KR" altLang="en-US" sz="2000" spc="-4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헬로고등학교 졸업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8639" y="6716291"/>
            <a:ext cx="3808361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ko-KR" altLang="en-US" sz="2000" b="1" spc="-40" dirty="0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학력사항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56710" y="3946050"/>
            <a:ext cx="3069360" cy="3206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520"/>
              </a:lnSpc>
              <a:defRPr/>
            </a:pPr>
            <a:r>
              <a:rPr 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hello@</a:t>
            </a:r>
            <a:r>
              <a:rPr lang="en-US" altLang="ko-KR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world</a:t>
            </a:r>
            <a:r>
              <a:rPr 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.com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56710" y="3545850"/>
            <a:ext cx="2639244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123. 456. 7890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94810" y="2650660"/>
            <a:ext cx="1720990" cy="2925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520"/>
              </a:lnSpc>
              <a:defRPr/>
            </a:pPr>
            <a:r>
              <a:rPr 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2000.</a:t>
            </a:r>
            <a:r>
              <a:rPr lang="en-US" altLang="ko-KR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</a:t>
            </a:r>
            <a:r>
              <a:rPr 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  <a:r>
              <a:rPr lang="en-US" altLang="ko-KR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56710" y="1908134"/>
            <a:ext cx="1319622" cy="6064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810"/>
              </a:lnSpc>
              <a:defRPr/>
            </a:pPr>
            <a:r>
              <a:rPr lang="ko-KR" altLang="en-US" sz="3436" b="1" spc="-68" dirty="0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홍길동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95382" y="1908134"/>
            <a:ext cx="3392218" cy="51475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810"/>
              </a:lnSpc>
              <a:defRPr/>
            </a:pPr>
            <a:r>
              <a:rPr lang="en-US" altLang="ko-KR" sz="1900" spc="-68" dirty="0">
                <a:solidFill>
                  <a:srgbClr val="161616"/>
                </a:solidFill>
                <a:latin typeface="+mj-ea"/>
                <a:ea typeface="+mj-ea"/>
                <a:cs typeface="Source Han Sans KR Light"/>
                <a:sym typeface="Source Han Sans KR Light"/>
              </a:rPr>
              <a:t>Hong </a:t>
            </a:r>
            <a:r>
              <a:rPr lang="en-US" altLang="ko-KR" sz="1900" spc="-68" dirty="0" err="1">
                <a:solidFill>
                  <a:srgbClr val="161616"/>
                </a:solidFill>
                <a:latin typeface="+mj-ea"/>
                <a:ea typeface="+mj-ea"/>
                <a:cs typeface="Source Han Sans KR Light"/>
                <a:sym typeface="Source Han Sans KR Light"/>
              </a:rPr>
              <a:t>Gildong</a:t>
            </a:r>
            <a:endParaRPr lang="en-US" altLang="ko-KR" sz="1900" spc="-68" dirty="0">
              <a:solidFill>
                <a:srgbClr val="161616"/>
              </a:solidFill>
              <a:latin typeface="+mj-ea"/>
              <a:ea typeface="+mj-ea"/>
              <a:cs typeface="Source Han Sans KR Light"/>
              <a:sym typeface="Source Han Sans KR Ligh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43557" y="800100"/>
            <a:ext cx="242732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About Me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10288639" y="5527557"/>
            <a:ext cx="3808361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en-US" altLang="ko-KR" sz="2000" spc="-40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C, C++, C#, Unity</a:t>
            </a:r>
          </a:p>
        </p:txBody>
      </p:sp>
      <p:sp>
        <p:nvSpPr>
          <p:cNvPr id="15" name="TextBox 6"/>
          <p:cNvSpPr txBox="1"/>
          <p:nvPr/>
        </p:nvSpPr>
        <p:spPr>
          <a:xfrm>
            <a:off x="10288639" y="5052067"/>
            <a:ext cx="3808361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ko-KR" altLang="en-US" sz="2000" b="1" spc="-40" dirty="0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기술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19400" y="1986123"/>
            <a:ext cx="4983843" cy="71197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4903" y="3284363"/>
            <a:ext cx="2301691" cy="230169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21916" y="5941670"/>
            <a:ext cx="1387665" cy="4781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779"/>
              </a:lnSpc>
              <a:defRPr/>
            </a:pPr>
            <a:r>
              <a:rPr lang="en-US" altLang="ko-KR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GameA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95600" y="6475151"/>
            <a:ext cx="2057400" cy="2685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26.1.5 </a:t>
            </a: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–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2026.2.5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541585" y="4288841"/>
            <a:ext cx="748327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spc="-3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로고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250404" y="3284363"/>
            <a:ext cx="2301691" cy="230169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07417" y="5941670"/>
            <a:ext cx="1387665" cy="4781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779"/>
              </a:lnSpc>
              <a:defRPr/>
            </a:pPr>
            <a:r>
              <a:rPr lang="en-US" altLang="ko-KR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Game</a:t>
            </a:r>
            <a:r>
              <a:rPr lang="en-US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38338" y="4288841"/>
            <a:ext cx="725823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spc="-3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로고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735905" y="3284363"/>
            <a:ext cx="2301691" cy="230169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192918" y="5941670"/>
            <a:ext cx="1387665" cy="4781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779"/>
              </a:lnSpc>
              <a:defRPr/>
            </a:pPr>
            <a:r>
              <a:rPr lang="en-US" altLang="ko-KR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Game</a:t>
            </a:r>
            <a:r>
              <a:rPr lang="en-US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46021" y="4288841"/>
            <a:ext cx="1081460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spc="-3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로고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221406" y="3284363"/>
            <a:ext cx="2301691" cy="2301691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678419" y="5941670"/>
            <a:ext cx="1387665" cy="4781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779"/>
              </a:lnSpc>
              <a:defRPr/>
            </a:pPr>
            <a:r>
              <a:rPr lang="en-US" altLang="ko-KR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Game</a:t>
            </a:r>
            <a:r>
              <a:rPr lang="en-US" sz="2699" b="1" spc="-52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D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076855" y="4288841"/>
            <a:ext cx="59079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1" spc="-31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로고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3557" y="800100"/>
            <a:ext cx="3071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 List</a:t>
            </a:r>
          </a:p>
        </p:txBody>
      </p:sp>
      <p:sp>
        <p:nvSpPr>
          <p:cNvPr id="31" name="TextBox 7"/>
          <p:cNvSpPr txBox="1"/>
          <p:nvPr/>
        </p:nvSpPr>
        <p:spPr>
          <a:xfrm>
            <a:off x="6324600" y="6438900"/>
            <a:ext cx="2057400" cy="2685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26.1.5 </a:t>
            </a: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–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2026.2.5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9906000" y="6438900"/>
            <a:ext cx="2057400" cy="2685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26.1.5 </a:t>
            </a: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–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2026.2.5</a:t>
            </a:r>
          </a:p>
        </p:txBody>
      </p:sp>
      <p:sp>
        <p:nvSpPr>
          <p:cNvPr id="33" name="TextBox 7"/>
          <p:cNvSpPr txBox="1"/>
          <p:nvPr/>
        </p:nvSpPr>
        <p:spPr>
          <a:xfrm>
            <a:off x="13391501" y="6398951"/>
            <a:ext cx="2057400" cy="26854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2239"/>
              </a:lnSpc>
              <a:defRPr/>
            </a:pP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26.1.5 </a:t>
            </a:r>
            <a:r>
              <a:rPr lang="en-US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–</a:t>
            </a:r>
            <a:r>
              <a:rPr lang="en-US" altLang="ko-KR" sz="1599" spc="-31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2026.2.5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75871" y="4381500"/>
            <a:ext cx="4336256" cy="97565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8400"/>
              </a:lnSpc>
              <a:defRPr/>
            </a:pPr>
            <a:r>
              <a:rPr lang="en-US" sz="6000" b="1" dirty="0" err="1"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</a:t>
            </a:r>
            <a:r>
              <a:rPr lang="en-US" altLang="ko-KR" sz="6000" b="1" dirty="0" err="1"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</a:t>
            </a:r>
            <a:endParaRPr lang="en-US" altLang="ko-KR" sz="6000" b="1" dirty="0"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17076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84758" y="6855048"/>
            <a:ext cx="4754042" cy="22313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80"/>
              </a:lnSpc>
              <a:defRPr/>
            </a:pPr>
            <a:r>
              <a:rPr lang="en-US" altLang="ko-KR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장르 </a:t>
            </a:r>
            <a:r>
              <a:rPr lang="en-US" altLang="ko-KR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ko-KR" altLang="en-US" sz="1800" spc="-36" dirty="0" err="1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뱀서류</a:t>
            </a:r>
            <a:endParaRPr lang="ko-KR" altLang="en-US" sz="18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개발 기간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2026.1~2026.2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(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약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개월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)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/>
            </a:r>
            <a:b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</a:b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개발 인원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3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명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(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프로그래머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1,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기획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1,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아트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1)</a:t>
            </a:r>
          </a:p>
          <a:p>
            <a:pPr lvl="0" algn="l">
              <a:lnSpc>
                <a:spcPts val="2880"/>
              </a:lnSpc>
              <a:defRPr/>
            </a:pP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유튜브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  <a:hlinkClick r:id="rId2"/>
              </a:rPr>
              <a:t>www.youtube.com</a:t>
            </a:r>
            <a:endParaRPr lang="en-US" altLang="ko-KR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 </a:t>
            </a:r>
            <a:r>
              <a:rPr lang="ko-KR" altLang="en-US" spc="-36" dirty="0" err="1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깃허브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  <a:hlinkClick r:id="rId3"/>
              </a:rPr>
              <a:t>www.github.com</a:t>
            </a:r>
            <a:endParaRPr lang="en-US" altLang="ko-KR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endParaRPr lang="en-US" altLang="ko-KR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34789" y="6362700"/>
            <a:ext cx="1503611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ko-KR" altLang="en-US" sz="2000" b="1" spc="-40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4826223"/>
            <a:ext cx="6457950" cy="111569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80"/>
              </a:lnSpc>
              <a:defRPr/>
            </a:pPr>
            <a:r>
              <a:rPr lang="ko-KR" alt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플레이어 캐릭터를 이동만 직접 조작하고 자동으로 공격하는 </a:t>
            </a:r>
            <a:r>
              <a:rPr lang="ko-KR" altLang="en-US" sz="1800" spc="-36" dirty="0" err="1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로그라이크</a:t>
            </a:r>
            <a:r>
              <a:rPr lang="ko-KR" alt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장르로써 제한된 </a:t>
            </a:r>
            <a:r>
              <a:rPr lang="ko-KR" altLang="en-US" sz="1800" spc="-36" dirty="0" err="1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시간동안</a:t>
            </a:r>
            <a:r>
              <a:rPr lang="ko-KR" altLang="en-US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몰려오는 적을 처치하고 다양한 스킬을 조합하여 생존하는 게임입니다</a:t>
            </a:r>
            <a:r>
              <a:rPr lang="en-US" altLang="ko-KR" sz="1800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450" y="3892468"/>
            <a:ext cx="3105150" cy="8079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6299"/>
              </a:lnSpc>
              <a:defRPr/>
            </a:pPr>
            <a:r>
              <a:rPr lang="en-US" altLang="ko-KR" sz="4500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Project</a:t>
            </a:r>
            <a:r>
              <a:rPr lang="en-US" sz="4500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3557" y="800100"/>
            <a:ext cx="4595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A</a:t>
            </a:r>
            <a:r>
              <a:rPr lang="ko-KR" altLang="en-US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-</a:t>
            </a:r>
            <a:r>
              <a:rPr lang="ko-KR" altLang="en-US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 프로젝트 소개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96500" y="546100"/>
            <a:ext cx="6896100" cy="919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43557" y="800100"/>
            <a:ext cx="4595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Diagram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67200" y="2324100"/>
            <a:ext cx="8902699" cy="712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1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43557" y="800100"/>
            <a:ext cx="4595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UI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10408" y="1790700"/>
            <a:ext cx="7614992" cy="6094167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>
          <a:xfrm>
            <a:off x="5027645" y="17145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1</a:t>
            </a:r>
          </a:p>
        </p:txBody>
      </p:sp>
      <p:sp>
        <p:nvSpPr>
          <p:cNvPr id="17" name="타원 16"/>
          <p:cNvSpPr/>
          <p:nvPr/>
        </p:nvSpPr>
        <p:spPr>
          <a:xfrm>
            <a:off x="5027645" y="247805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2</a:t>
            </a:r>
          </a:p>
        </p:txBody>
      </p:sp>
      <p:sp>
        <p:nvSpPr>
          <p:cNvPr id="18" name="타원 17"/>
          <p:cNvSpPr/>
          <p:nvPr/>
        </p:nvSpPr>
        <p:spPr>
          <a:xfrm>
            <a:off x="5029200" y="59817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3</a:t>
            </a:r>
          </a:p>
        </p:txBody>
      </p:sp>
      <p:sp>
        <p:nvSpPr>
          <p:cNvPr id="19" name="타원 18"/>
          <p:cNvSpPr/>
          <p:nvPr/>
        </p:nvSpPr>
        <p:spPr>
          <a:xfrm>
            <a:off x="8001000" y="16367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4</a:t>
            </a:r>
          </a:p>
        </p:txBody>
      </p:sp>
      <p:sp>
        <p:nvSpPr>
          <p:cNvPr id="20" name="타원 19"/>
          <p:cNvSpPr/>
          <p:nvPr/>
        </p:nvSpPr>
        <p:spPr>
          <a:xfrm>
            <a:off x="7542245" y="19431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5</a:t>
            </a:r>
          </a:p>
        </p:txBody>
      </p:sp>
      <p:sp>
        <p:nvSpPr>
          <p:cNvPr id="22" name="타원 21"/>
          <p:cNvSpPr/>
          <p:nvPr/>
        </p:nvSpPr>
        <p:spPr>
          <a:xfrm>
            <a:off x="11199844" y="17907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6</a:t>
            </a:r>
          </a:p>
        </p:txBody>
      </p:sp>
      <p:sp>
        <p:nvSpPr>
          <p:cNvPr id="24" name="타원 23"/>
          <p:cNvSpPr/>
          <p:nvPr/>
        </p:nvSpPr>
        <p:spPr>
          <a:xfrm>
            <a:off x="10439400" y="31607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7</a:t>
            </a:r>
          </a:p>
        </p:txBody>
      </p:sp>
      <p:sp>
        <p:nvSpPr>
          <p:cNvPr id="25" name="타원 24"/>
          <p:cNvSpPr/>
          <p:nvPr/>
        </p:nvSpPr>
        <p:spPr>
          <a:xfrm>
            <a:off x="6704045" y="66659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8</a:t>
            </a:r>
          </a:p>
        </p:txBody>
      </p:sp>
      <p:sp>
        <p:nvSpPr>
          <p:cNvPr id="26" name="타원 25"/>
          <p:cNvSpPr/>
          <p:nvPr/>
        </p:nvSpPr>
        <p:spPr>
          <a:xfrm>
            <a:off x="6248400" y="73517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9</a:t>
            </a:r>
          </a:p>
        </p:txBody>
      </p:sp>
      <p:sp>
        <p:nvSpPr>
          <p:cNvPr id="27" name="타원 26"/>
          <p:cNvSpPr/>
          <p:nvPr/>
        </p:nvSpPr>
        <p:spPr>
          <a:xfrm>
            <a:off x="10744200" y="68199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en-US" altLang="ko-KR" b="1"/>
              <a:t>10</a:t>
            </a:r>
          </a:p>
        </p:txBody>
      </p:sp>
      <p:grpSp>
        <p:nvGrpSpPr>
          <p:cNvPr id="30" name="그룹 29"/>
          <p:cNvGrpSpPr/>
          <p:nvPr/>
        </p:nvGrpSpPr>
        <p:grpSpPr>
          <a:xfrm>
            <a:off x="3089414" y="8377072"/>
            <a:ext cx="3048000" cy="382555"/>
            <a:chOff x="1981200" y="8343900"/>
            <a:chExt cx="3048000" cy="382555"/>
          </a:xfrm>
        </p:grpSpPr>
        <p:sp>
          <p:nvSpPr>
            <p:cNvPr id="28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1</a:t>
              </a:r>
            </a:p>
          </p:txBody>
        </p:sp>
        <p:sp>
          <p:nvSpPr>
            <p:cNvPr id="29" name="가로 글상자 28"/>
            <p:cNvSpPr txBox="1"/>
            <p:nvPr/>
          </p:nvSpPr>
          <p:spPr>
            <a:xfrm>
              <a:off x="2514600" y="8364852"/>
              <a:ext cx="2514600" cy="3581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캐릭터 상태</a:t>
              </a: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3089414" y="8857598"/>
            <a:ext cx="3048000" cy="382555"/>
            <a:chOff x="1981200" y="8343900"/>
            <a:chExt cx="3048000" cy="382555"/>
          </a:xfrm>
        </p:grpSpPr>
        <p:sp>
          <p:nvSpPr>
            <p:cNvPr id="35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2</a:t>
              </a:r>
            </a:p>
          </p:txBody>
        </p:sp>
        <p:sp>
          <p:nvSpPr>
            <p:cNvPr id="36" name="가로 글상자 28"/>
            <p:cNvSpPr txBox="1"/>
            <p:nvPr/>
          </p:nvSpPr>
          <p:spPr>
            <a:xfrm>
              <a:off x="2514600" y="8364852"/>
              <a:ext cx="2514600" cy="359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캐릭터 스텟</a:t>
              </a: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3089414" y="9338124"/>
            <a:ext cx="3048000" cy="386290"/>
            <a:chOff x="1981200" y="8343900"/>
            <a:chExt cx="3048000" cy="386290"/>
          </a:xfrm>
        </p:grpSpPr>
        <p:sp>
          <p:nvSpPr>
            <p:cNvPr id="38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3</a:t>
              </a:r>
            </a:p>
          </p:txBody>
        </p:sp>
        <p:sp>
          <p:nvSpPr>
            <p:cNvPr id="39" name="가로 글상자 28"/>
            <p:cNvSpPr txBox="1"/>
            <p:nvPr/>
          </p:nvSpPr>
          <p:spPr>
            <a:xfrm>
              <a:off x="2514599" y="8364852"/>
              <a:ext cx="2514601" cy="3653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퀘스트</a:t>
              </a:r>
              <a:r>
                <a:rPr lang="en-US" altLang="ko-KR"/>
                <a:t> </a:t>
              </a:r>
              <a:r>
                <a:rPr lang="ko-KR" altLang="en-US"/>
                <a:t>창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5985014" y="8332156"/>
            <a:ext cx="3048000" cy="382555"/>
            <a:chOff x="1981200" y="8343900"/>
            <a:chExt cx="3048000" cy="382555"/>
          </a:xfrm>
        </p:grpSpPr>
        <p:sp>
          <p:nvSpPr>
            <p:cNvPr id="41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4</a:t>
              </a:r>
            </a:p>
          </p:txBody>
        </p:sp>
        <p:sp>
          <p:nvSpPr>
            <p:cNvPr id="42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게임 시간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5985014" y="8803170"/>
            <a:ext cx="3048000" cy="382555"/>
            <a:chOff x="1981200" y="8343900"/>
            <a:chExt cx="3048000" cy="382555"/>
          </a:xfrm>
        </p:grpSpPr>
        <p:sp>
          <p:nvSpPr>
            <p:cNvPr id="47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5</a:t>
              </a:r>
            </a:p>
          </p:txBody>
        </p:sp>
        <p:sp>
          <p:nvSpPr>
            <p:cNvPr id="48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보스 게이지</a:t>
              </a: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5985014" y="9273172"/>
            <a:ext cx="3048000" cy="382555"/>
            <a:chOff x="1981200" y="8343900"/>
            <a:chExt cx="3048000" cy="382555"/>
          </a:xfrm>
        </p:grpSpPr>
        <p:sp>
          <p:nvSpPr>
            <p:cNvPr id="50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6</a:t>
              </a:r>
            </a:p>
          </p:txBody>
        </p:sp>
        <p:sp>
          <p:nvSpPr>
            <p:cNvPr id="51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미니맵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8721312" y="8291754"/>
            <a:ext cx="3048000" cy="382555"/>
            <a:chOff x="1981200" y="8343900"/>
            <a:chExt cx="3048000" cy="382555"/>
          </a:xfrm>
        </p:grpSpPr>
        <p:sp>
          <p:nvSpPr>
            <p:cNvPr id="53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7</a:t>
              </a:r>
            </a:p>
          </p:txBody>
        </p:sp>
        <p:sp>
          <p:nvSpPr>
            <p:cNvPr id="54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스킬 선택창</a:t>
              </a: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8735116" y="8734148"/>
            <a:ext cx="3048000" cy="382555"/>
            <a:chOff x="1981200" y="8343900"/>
            <a:chExt cx="3048000" cy="382555"/>
          </a:xfrm>
        </p:grpSpPr>
        <p:sp>
          <p:nvSpPr>
            <p:cNvPr id="56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8</a:t>
              </a:r>
            </a:p>
          </p:txBody>
        </p:sp>
        <p:sp>
          <p:nvSpPr>
            <p:cNvPr id="57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스킬 슬롯 창</a:t>
              </a: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8728214" y="9176542"/>
            <a:ext cx="3048000" cy="385948"/>
            <a:chOff x="1981200" y="8343900"/>
            <a:chExt cx="3048000" cy="385948"/>
          </a:xfrm>
        </p:grpSpPr>
        <p:sp>
          <p:nvSpPr>
            <p:cNvPr id="60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9</a:t>
              </a:r>
            </a:p>
          </p:txBody>
        </p:sp>
        <p:sp>
          <p:nvSpPr>
            <p:cNvPr id="61" name="가로 글상자 28"/>
            <p:cNvSpPr txBox="1"/>
            <p:nvPr/>
          </p:nvSpPr>
          <p:spPr>
            <a:xfrm>
              <a:off x="2514600" y="8364852"/>
              <a:ext cx="2514600" cy="36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경험치 표시 창</a:t>
              </a: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1658600" y="8267700"/>
            <a:ext cx="4343400" cy="385912"/>
            <a:chOff x="1981200" y="8343900"/>
            <a:chExt cx="4343400" cy="385912"/>
          </a:xfrm>
        </p:grpSpPr>
        <p:sp>
          <p:nvSpPr>
            <p:cNvPr id="63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lvl="0" algn="ctr">
                <a:defRPr/>
              </a:pPr>
              <a:r>
                <a:rPr lang="en-US" altLang="ko-KR" b="1"/>
                <a:t>10</a:t>
              </a:r>
            </a:p>
          </p:txBody>
        </p:sp>
        <p:sp>
          <p:nvSpPr>
            <p:cNvPr id="64" name="가로 글상자 28"/>
            <p:cNvSpPr txBox="1"/>
            <p:nvPr/>
          </p:nvSpPr>
          <p:spPr>
            <a:xfrm>
              <a:off x="2514600" y="8364852"/>
              <a:ext cx="3810000" cy="3649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하단 메뉴 </a:t>
              </a:r>
              <a:r>
                <a:rPr lang="en-US" altLang="ko-KR"/>
                <a:t>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877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43557" y="800100"/>
            <a:ext cx="4595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코드 설명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838200" y="2940273"/>
            <a:ext cx="7239000" cy="371896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42900" lvl="0" indent="-342900" algn="l">
              <a:lnSpc>
                <a:spcPts val="288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500" b="1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void </a:t>
            </a:r>
            <a:r>
              <a:rPr lang="en-US" altLang="ko-KR" sz="2500" b="1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Move()</a:t>
            </a:r>
          </a:p>
          <a:p>
            <a:pPr marL="342900" lvl="0" indent="-342900" algn="l">
              <a:lnSpc>
                <a:spcPts val="2880"/>
              </a:lnSpc>
              <a:buFontTx/>
              <a:buChar char="-"/>
              <a:defRPr/>
            </a:pP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WASD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또는 방향키를 이용하여 캐릭터를 이동하도록 구현하였습니다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</a:p>
          <a:p>
            <a:pPr marL="342900" lvl="0" indent="-342900" algn="l">
              <a:lnSpc>
                <a:spcPts val="2880"/>
              </a:lnSpc>
              <a:buFontTx/>
              <a:buChar char="-"/>
              <a:defRPr/>
            </a:pP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normalized 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함수를 이용하여 대각선 이동을 보정하였습니다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  <a:endParaRPr lang="ko-KR" altLang="en-US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endParaRPr lang="en-US" altLang="ko-KR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marL="342900" lvl="0" indent="-342900" algn="l">
              <a:lnSpc>
                <a:spcPts val="288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500" b="1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void </a:t>
            </a:r>
            <a:r>
              <a:rPr lang="en-US" altLang="ko-KR" sz="2500" b="1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Attack</a:t>
            </a:r>
            <a:r>
              <a:rPr lang="en-US" altLang="ko-KR" sz="2500" b="1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()</a:t>
            </a:r>
          </a:p>
          <a:p>
            <a:pPr lvl="0" algn="l">
              <a:lnSpc>
                <a:spcPts val="2880"/>
              </a:lnSpc>
              <a:defRPr/>
            </a:pP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 Animator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의 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Attack Trigger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를 활성화 하여 공격 애니메이션을 실행하도록 구현하였습니다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  <a:endParaRPr lang="en-US" altLang="ko-KR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marL="342900" lvl="0" indent="-342900" algn="l">
              <a:lnSpc>
                <a:spcPts val="2880"/>
              </a:lnSpc>
              <a:buFontTx/>
              <a:buChar char="-"/>
              <a:defRPr/>
            </a:pPr>
            <a:endParaRPr lang="ko-KR" altLang="en-US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888231" y="2447925"/>
            <a:ext cx="4293369" cy="3524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en-US" altLang="ko-KR" sz="2500" b="1" spc="-40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PlayerController.cs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662406"/>
            <a:ext cx="8711045" cy="901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8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75871" y="4381500"/>
            <a:ext cx="4336256" cy="97565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8400"/>
              </a:lnSpc>
              <a:defRPr/>
            </a:pPr>
            <a:r>
              <a:rPr lang="en-US" sz="6000" b="1" dirty="0" err="1" smtClean="0"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ProjectB</a:t>
            </a:r>
            <a:endParaRPr lang="en-US" altLang="ko-KR" sz="6000" b="1" dirty="0">
              <a:latin typeface="Source Han Sans KR Medium"/>
              <a:ea typeface="Source Han Sans KR Medium"/>
              <a:cs typeface="Source Han Sans KR Medium"/>
              <a:sym typeface="Source Han Sans KR Medium"/>
            </a:endParaRPr>
          </a:p>
        </p:txBody>
      </p:sp>
    </p:spTree>
    <p:extLst>
      <p:ext uri="{BB962C8B-B14F-4D97-AF65-F5344CB8AC3E}">
        <p14:creationId xmlns:p14="http://schemas.microsoft.com/office/powerpoint/2010/main" val="67496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884758" y="6855048"/>
            <a:ext cx="4754042" cy="22313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80"/>
              </a:lnSpc>
              <a:defRPr/>
            </a:pPr>
            <a:r>
              <a:rPr lang="en-US" altLang="ko-KR" sz="1800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z="1800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장르 </a:t>
            </a:r>
            <a:r>
              <a:rPr lang="en-US" altLang="ko-KR" sz="1800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z="1800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뱀서류</a:t>
            </a:r>
          </a:p>
          <a:p>
            <a:pPr lvl="0" algn="l">
              <a:lnSpc>
                <a:spcPts val="2880"/>
              </a:lnSpc>
              <a:defRPr/>
            </a:pP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개발 기간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2026.1~2026.2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(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약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개월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)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/>
            </a:r>
            <a:b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</a:b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개발 인원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3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명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(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프로그래머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1,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기획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1,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아트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1)</a:t>
            </a:r>
          </a:p>
          <a:p>
            <a:pPr lvl="0" algn="l">
              <a:lnSpc>
                <a:spcPts val="2880"/>
              </a:lnSpc>
              <a:defRPr/>
            </a:pP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유튜브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  <a:hlinkClick r:id="rId2"/>
              </a:rPr>
              <a:t>www.youtube.com</a:t>
            </a:r>
            <a:endParaRPr lang="en-US" altLang="ko-KR" spc="-36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 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깃허브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:</a:t>
            </a:r>
            <a:r>
              <a:rPr lang="ko-KR" altLang="en-US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</a:t>
            </a:r>
            <a:r>
              <a:rPr lang="en-US" altLang="ko-KR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  <a:hlinkClick r:id="rId3"/>
              </a:rPr>
              <a:t>www.github.com</a:t>
            </a:r>
            <a:endParaRPr lang="en-US" altLang="ko-KR" spc="-36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endParaRPr lang="en-US" altLang="ko-KR" spc="-36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34789" y="6362700"/>
            <a:ext cx="1503611" cy="3590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ko-KR" altLang="en-US" sz="2000" b="1" spc="-40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프로젝트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450" y="4826223"/>
            <a:ext cx="5924550" cy="14875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80"/>
              </a:lnSpc>
              <a:defRPr/>
            </a:pPr>
            <a:r>
              <a:rPr lang="ko-KR" altLang="en-US" sz="1800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플레이어 캐릭터를 이동만 직접 조작하고 자동으로 공격하는 로그라이크 장르로써 제한된 시간동안 몰려오는 적을 처치하고 다양한 스킬을 조합하여 생존하는 게임입니다</a:t>
            </a:r>
            <a:r>
              <a:rPr lang="en-US" altLang="ko-KR" sz="1800" spc="-36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450" y="3892468"/>
            <a:ext cx="3105150" cy="8079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6299"/>
              </a:lnSpc>
              <a:defRPr/>
            </a:pPr>
            <a:r>
              <a:rPr lang="en-US" altLang="ko-KR" sz="4500" b="1" dirty="0" err="1" smtClean="0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ProjectB</a:t>
            </a:r>
            <a:endParaRPr lang="ko-KR" altLang="en-US" sz="4500" b="1" dirty="0">
              <a:solidFill>
                <a:srgbClr val="161616"/>
              </a:solidFill>
              <a:latin typeface="+mj-ea"/>
              <a:ea typeface="+mj-ea"/>
              <a:cs typeface="Source Han Sans KR Medium"/>
              <a:sym typeface="Source Han Sans KR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43557" y="800100"/>
            <a:ext cx="1792388" cy="5334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+mj-ea"/>
                <a:ea typeface="+mj-ea"/>
                <a:cs typeface="Source Han Sans KR Medium"/>
                <a:sym typeface="Source Han Sans KR Medium"/>
              </a:rPr>
              <a:t>A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0096500" y="546100"/>
            <a:ext cx="6896100" cy="919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8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43557" y="800100"/>
            <a:ext cx="4595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UI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10408" y="1790700"/>
            <a:ext cx="7614992" cy="6094167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>
          <a:xfrm>
            <a:off x="5027645" y="17145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1</a:t>
            </a:r>
          </a:p>
        </p:txBody>
      </p:sp>
      <p:sp>
        <p:nvSpPr>
          <p:cNvPr id="17" name="타원 16"/>
          <p:cNvSpPr/>
          <p:nvPr/>
        </p:nvSpPr>
        <p:spPr>
          <a:xfrm>
            <a:off x="5027645" y="247805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2</a:t>
            </a:r>
          </a:p>
        </p:txBody>
      </p:sp>
      <p:sp>
        <p:nvSpPr>
          <p:cNvPr id="18" name="타원 17"/>
          <p:cNvSpPr/>
          <p:nvPr/>
        </p:nvSpPr>
        <p:spPr>
          <a:xfrm>
            <a:off x="5029200" y="59817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3</a:t>
            </a:r>
          </a:p>
        </p:txBody>
      </p:sp>
      <p:sp>
        <p:nvSpPr>
          <p:cNvPr id="19" name="타원 18"/>
          <p:cNvSpPr/>
          <p:nvPr/>
        </p:nvSpPr>
        <p:spPr>
          <a:xfrm>
            <a:off x="8001000" y="16367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4</a:t>
            </a:r>
          </a:p>
        </p:txBody>
      </p:sp>
      <p:sp>
        <p:nvSpPr>
          <p:cNvPr id="20" name="타원 19"/>
          <p:cNvSpPr/>
          <p:nvPr/>
        </p:nvSpPr>
        <p:spPr>
          <a:xfrm>
            <a:off x="7542245" y="19431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5</a:t>
            </a:r>
          </a:p>
        </p:txBody>
      </p:sp>
      <p:sp>
        <p:nvSpPr>
          <p:cNvPr id="22" name="타원 21"/>
          <p:cNvSpPr/>
          <p:nvPr/>
        </p:nvSpPr>
        <p:spPr>
          <a:xfrm>
            <a:off x="11199844" y="17907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6</a:t>
            </a:r>
          </a:p>
        </p:txBody>
      </p:sp>
      <p:sp>
        <p:nvSpPr>
          <p:cNvPr id="24" name="타원 23"/>
          <p:cNvSpPr/>
          <p:nvPr/>
        </p:nvSpPr>
        <p:spPr>
          <a:xfrm>
            <a:off x="10439400" y="31607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7</a:t>
            </a:r>
          </a:p>
        </p:txBody>
      </p:sp>
      <p:sp>
        <p:nvSpPr>
          <p:cNvPr id="25" name="타원 24"/>
          <p:cNvSpPr/>
          <p:nvPr/>
        </p:nvSpPr>
        <p:spPr>
          <a:xfrm>
            <a:off x="6704045" y="66659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8</a:t>
            </a:r>
          </a:p>
        </p:txBody>
      </p:sp>
      <p:sp>
        <p:nvSpPr>
          <p:cNvPr id="26" name="타원 25"/>
          <p:cNvSpPr/>
          <p:nvPr/>
        </p:nvSpPr>
        <p:spPr>
          <a:xfrm>
            <a:off x="6248400" y="7351745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b="1"/>
              <a:t>9</a:t>
            </a:r>
          </a:p>
        </p:txBody>
      </p:sp>
      <p:sp>
        <p:nvSpPr>
          <p:cNvPr id="27" name="타원 26"/>
          <p:cNvSpPr/>
          <p:nvPr/>
        </p:nvSpPr>
        <p:spPr>
          <a:xfrm>
            <a:off x="10744200" y="6819900"/>
            <a:ext cx="382555" cy="382555"/>
          </a:xfrm>
          <a:prstGeom prst="ellipse">
            <a:avLst/>
          </a:prstGeom>
        </p:spPr>
        <p:style>
          <a:lnRef idx="2">
            <a:schemeClr val="accent2">
              <a:shade val="2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lvl="0" algn="ctr">
              <a:defRPr/>
            </a:pPr>
            <a:r>
              <a:rPr lang="en-US" altLang="ko-KR" b="1"/>
              <a:t>10</a:t>
            </a:r>
          </a:p>
        </p:txBody>
      </p:sp>
      <p:grpSp>
        <p:nvGrpSpPr>
          <p:cNvPr id="30" name="그룹 29"/>
          <p:cNvGrpSpPr/>
          <p:nvPr/>
        </p:nvGrpSpPr>
        <p:grpSpPr>
          <a:xfrm>
            <a:off x="3089414" y="8377072"/>
            <a:ext cx="3048000" cy="382555"/>
            <a:chOff x="1981200" y="8343900"/>
            <a:chExt cx="3048000" cy="382555"/>
          </a:xfrm>
        </p:grpSpPr>
        <p:sp>
          <p:nvSpPr>
            <p:cNvPr id="28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1</a:t>
              </a:r>
            </a:p>
          </p:txBody>
        </p:sp>
        <p:sp>
          <p:nvSpPr>
            <p:cNvPr id="29" name="가로 글상자 28"/>
            <p:cNvSpPr txBox="1"/>
            <p:nvPr/>
          </p:nvSpPr>
          <p:spPr>
            <a:xfrm>
              <a:off x="2514600" y="8364852"/>
              <a:ext cx="2514600" cy="3581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캐릭터 상태</a:t>
              </a:r>
            </a:p>
          </p:txBody>
        </p:sp>
      </p:grpSp>
      <p:grpSp>
        <p:nvGrpSpPr>
          <p:cNvPr id="34" name="그룹 33"/>
          <p:cNvGrpSpPr/>
          <p:nvPr/>
        </p:nvGrpSpPr>
        <p:grpSpPr>
          <a:xfrm>
            <a:off x="3089414" y="8857598"/>
            <a:ext cx="3048000" cy="382555"/>
            <a:chOff x="1981200" y="8343900"/>
            <a:chExt cx="3048000" cy="382555"/>
          </a:xfrm>
        </p:grpSpPr>
        <p:sp>
          <p:nvSpPr>
            <p:cNvPr id="35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2</a:t>
              </a:r>
            </a:p>
          </p:txBody>
        </p:sp>
        <p:sp>
          <p:nvSpPr>
            <p:cNvPr id="36" name="가로 글상자 28"/>
            <p:cNvSpPr txBox="1"/>
            <p:nvPr/>
          </p:nvSpPr>
          <p:spPr>
            <a:xfrm>
              <a:off x="2514600" y="8364852"/>
              <a:ext cx="2514600" cy="359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캐릭터 스텟</a:t>
              </a: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3089414" y="9338124"/>
            <a:ext cx="3048000" cy="386290"/>
            <a:chOff x="1981200" y="8343900"/>
            <a:chExt cx="3048000" cy="386290"/>
          </a:xfrm>
        </p:grpSpPr>
        <p:sp>
          <p:nvSpPr>
            <p:cNvPr id="38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3</a:t>
              </a:r>
            </a:p>
          </p:txBody>
        </p:sp>
        <p:sp>
          <p:nvSpPr>
            <p:cNvPr id="39" name="가로 글상자 28"/>
            <p:cNvSpPr txBox="1"/>
            <p:nvPr/>
          </p:nvSpPr>
          <p:spPr>
            <a:xfrm>
              <a:off x="2514599" y="8364852"/>
              <a:ext cx="2514601" cy="3653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퀘스트</a:t>
              </a:r>
              <a:r>
                <a:rPr lang="en-US" altLang="ko-KR"/>
                <a:t> </a:t>
              </a:r>
              <a:r>
                <a:rPr lang="ko-KR" altLang="en-US"/>
                <a:t>창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5985014" y="8332156"/>
            <a:ext cx="3048000" cy="382555"/>
            <a:chOff x="1981200" y="8343900"/>
            <a:chExt cx="3048000" cy="382555"/>
          </a:xfrm>
        </p:grpSpPr>
        <p:sp>
          <p:nvSpPr>
            <p:cNvPr id="41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4</a:t>
              </a:r>
            </a:p>
          </p:txBody>
        </p:sp>
        <p:sp>
          <p:nvSpPr>
            <p:cNvPr id="42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게임 시간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5985014" y="8803170"/>
            <a:ext cx="3048000" cy="382555"/>
            <a:chOff x="1981200" y="8343900"/>
            <a:chExt cx="3048000" cy="382555"/>
          </a:xfrm>
        </p:grpSpPr>
        <p:sp>
          <p:nvSpPr>
            <p:cNvPr id="47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5</a:t>
              </a:r>
            </a:p>
          </p:txBody>
        </p:sp>
        <p:sp>
          <p:nvSpPr>
            <p:cNvPr id="48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보스 게이지</a:t>
              </a: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5985014" y="9273172"/>
            <a:ext cx="3048000" cy="382555"/>
            <a:chOff x="1981200" y="8343900"/>
            <a:chExt cx="3048000" cy="382555"/>
          </a:xfrm>
        </p:grpSpPr>
        <p:sp>
          <p:nvSpPr>
            <p:cNvPr id="50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6</a:t>
              </a:r>
            </a:p>
          </p:txBody>
        </p:sp>
        <p:sp>
          <p:nvSpPr>
            <p:cNvPr id="51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미니맵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8721312" y="8291754"/>
            <a:ext cx="3048000" cy="382555"/>
            <a:chOff x="1981200" y="8343900"/>
            <a:chExt cx="3048000" cy="382555"/>
          </a:xfrm>
        </p:grpSpPr>
        <p:sp>
          <p:nvSpPr>
            <p:cNvPr id="53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7</a:t>
              </a:r>
            </a:p>
          </p:txBody>
        </p:sp>
        <p:sp>
          <p:nvSpPr>
            <p:cNvPr id="54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스킬 선택창</a:t>
              </a: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8735116" y="8734148"/>
            <a:ext cx="3048000" cy="382555"/>
            <a:chOff x="1981200" y="8343900"/>
            <a:chExt cx="3048000" cy="382555"/>
          </a:xfrm>
        </p:grpSpPr>
        <p:sp>
          <p:nvSpPr>
            <p:cNvPr id="56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8</a:t>
              </a:r>
            </a:p>
          </p:txBody>
        </p:sp>
        <p:sp>
          <p:nvSpPr>
            <p:cNvPr id="57" name="가로 글상자 28"/>
            <p:cNvSpPr txBox="1"/>
            <p:nvPr/>
          </p:nvSpPr>
          <p:spPr>
            <a:xfrm>
              <a:off x="2514600" y="8364852"/>
              <a:ext cx="2514600" cy="3604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스킬 슬롯 창</a:t>
              </a:r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8728214" y="9176542"/>
            <a:ext cx="3048000" cy="385948"/>
            <a:chOff x="1981200" y="8343900"/>
            <a:chExt cx="3048000" cy="385948"/>
          </a:xfrm>
        </p:grpSpPr>
        <p:sp>
          <p:nvSpPr>
            <p:cNvPr id="60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r>
                <a:rPr lang="en-US" altLang="ko-KR" b="1"/>
                <a:t>9</a:t>
              </a:r>
            </a:p>
          </p:txBody>
        </p:sp>
        <p:sp>
          <p:nvSpPr>
            <p:cNvPr id="61" name="가로 글상자 28"/>
            <p:cNvSpPr txBox="1"/>
            <p:nvPr/>
          </p:nvSpPr>
          <p:spPr>
            <a:xfrm>
              <a:off x="2514600" y="8364852"/>
              <a:ext cx="2514600" cy="36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경험치 표시 창</a:t>
              </a: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1658600" y="8267700"/>
            <a:ext cx="4343400" cy="385912"/>
            <a:chOff x="1981200" y="8343900"/>
            <a:chExt cx="4343400" cy="385912"/>
          </a:xfrm>
        </p:grpSpPr>
        <p:sp>
          <p:nvSpPr>
            <p:cNvPr id="63" name="타원 27"/>
            <p:cNvSpPr/>
            <p:nvPr/>
          </p:nvSpPr>
          <p:spPr>
            <a:xfrm>
              <a:off x="1981200" y="8343900"/>
              <a:ext cx="382555" cy="382555"/>
            </a:xfrm>
            <a:prstGeom prst="ellipse">
              <a:avLst/>
            </a:prstGeom>
          </p:spPr>
          <p:style>
            <a:lnRef idx="2">
              <a:schemeClr val="accent2">
                <a:shade val="2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lvl="0" algn="ctr">
                <a:defRPr/>
              </a:pPr>
              <a:r>
                <a:rPr lang="en-US" altLang="ko-KR" b="1"/>
                <a:t>10</a:t>
              </a:r>
            </a:p>
          </p:txBody>
        </p:sp>
        <p:sp>
          <p:nvSpPr>
            <p:cNvPr id="64" name="가로 글상자 28"/>
            <p:cNvSpPr txBox="1"/>
            <p:nvPr/>
          </p:nvSpPr>
          <p:spPr>
            <a:xfrm>
              <a:off x="2514600" y="8364852"/>
              <a:ext cx="3810000" cy="3649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/>
                <a:t>하단 메뉴 </a:t>
              </a:r>
              <a:r>
                <a:rPr lang="en-US" altLang="ko-KR"/>
                <a:t>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828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043557" y="800100"/>
            <a:ext cx="4595243" cy="533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199"/>
              </a:lnSpc>
              <a:defRPr/>
            </a:pPr>
            <a:r>
              <a:rPr 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Project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A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</a:t>
            </a:r>
            <a:r>
              <a:rPr lang="en-US" altLang="ko-KR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-</a:t>
            </a:r>
            <a:r>
              <a:rPr lang="ko-KR" altLang="en-US" sz="2999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 코드 설명</a:t>
            </a:r>
          </a:p>
        </p:txBody>
      </p:sp>
      <p:sp>
        <p:nvSpPr>
          <p:cNvPr id="16" name="TextBox 4"/>
          <p:cNvSpPr txBox="1"/>
          <p:nvPr/>
        </p:nvSpPr>
        <p:spPr>
          <a:xfrm>
            <a:off x="838200" y="2940273"/>
            <a:ext cx="7239000" cy="371896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342900" lvl="0" indent="-342900" algn="l">
              <a:lnSpc>
                <a:spcPts val="288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500" b="1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void </a:t>
            </a:r>
            <a:r>
              <a:rPr lang="en-US" altLang="ko-KR" sz="2500" b="1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Move()</a:t>
            </a:r>
          </a:p>
          <a:p>
            <a:pPr marL="342900" lvl="0" indent="-342900" algn="l">
              <a:lnSpc>
                <a:spcPts val="2880"/>
              </a:lnSpc>
              <a:buFontTx/>
              <a:buChar char="-"/>
              <a:defRPr/>
            </a:pP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WASD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 또는 방향키를 이용하여 캐릭터를 이동하도록 구현하였습니다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</a:p>
          <a:p>
            <a:pPr marL="342900" lvl="0" indent="-342900" algn="l">
              <a:lnSpc>
                <a:spcPts val="2880"/>
              </a:lnSpc>
              <a:buFontTx/>
              <a:buChar char="-"/>
              <a:defRPr/>
            </a:pP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normalized 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함수를 이용하여 대각선 이동을 보정하였습니다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  <a:endParaRPr lang="ko-KR" altLang="en-US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lvl="0" algn="l">
              <a:lnSpc>
                <a:spcPts val="2880"/>
              </a:lnSpc>
              <a:defRPr/>
            </a:pPr>
            <a:endParaRPr lang="en-US" altLang="ko-KR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marL="342900" lvl="0" indent="-342900" algn="l">
              <a:lnSpc>
                <a:spcPts val="288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500" b="1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void </a:t>
            </a:r>
            <a:r>
              <a:rPr lang="en-US" altLang="ko-KR" sz="2500" b="1" spc="-36" dirty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Attack</a:t>
            </a:r>
            <a:r>
              <a:rPr lang="en-US" altLang="ko-KR" sz="2500" b="1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()</a:t>
            </a:r>
          </a:p>
          <a:p>
            <a:pPr lvl="0" algn="l">
              <a:lnSpc>
                <a:spcPts val="2880"/>
              </a:lnSpc>
              <a:defRPr/>
            </a:pP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- Animator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의 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Attack Trigger</a:t>
            </a:r>
            <a:r>
              <a:rPr lang="ko-KR" altLang="en-US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를 활성화 하여 공격 애니메이션을 실행하도록 구현하였습니다</a:t>
            </a:r>
            <a:r>
              <a:rPr lang="en-US" altLang="ko-KR" sz="2500" spc="-36" dirty="0" smtClean="0">
                <a:solidFill>
                  <a:srgbClr val="161616"/>
                </a:solidFill>
                <a:latin typeface="+mj-ea"/>
                <a:ea typeface="+mj-ea"/>
                <a:cs typeface="Source Han Sans KR"/>
                <a:sym typeface="Source Han Sans KR"/>
              </a:rPr>
              <a:t>.</a:t>
            </a:r>
            <a:endParaRPr lang="en-US" altLang="ko-KR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  <a:p>
            <a:pPr marL="342900" lvl="0" indent="-342900" algn="l">
              <a:lnSpc>
                <a:spcPts val="2880"/>
              </a:lnSpc>
              <a:buFontTx/>
              <a:buChar char="-"/>
              <a:defRPr/>
            </a:pPr>
            <a:endParaRPr lang="ko-KR" altLang="en-US" sz="2500" spc="-36" dirty="0">
              <a:solidFill>
                <a:srgbClr val="161616"/>
              </a:solidFill>
              <a:latin typeface="+mj-ea"/>
              <a:ea typeface="+mj-ea"/>
              <a:cs typeface="Source Han Sans KR"/>
              <a:sym typeface="Source Han Sans KR"/>
            </a:endParaRPr>
          </a:p>
        </p:txBody>
      </p:sp>
      <p:sp>
        <p:nvSpPr>
          <p:cNvPr id="17" name="TextBox 7"/>
          <p:cNvSpPr txBox="1"/>
          <p:nvPr/>
        </p:nvSpPr>
        <p:spPr>
          <a:xfrm>
            <a:off x="888231" y="2447925"/>
            <a:ext cx="4293369" cy="3524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defRPr/>
            </a:pPr>
            <a:r>
              <a:rPr lang="en-US" altLang="ko-KR" sz="2500" b="1" spc="-40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PlayerController.cs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662406"/>
            <a:ext cx="8711045" cy="901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5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0720" y="8263559"/>
            <a:ext cx="3718357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spc="-36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hello@reallygreatsite.com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30720" y="7897501"/>
            <a:ext cx="3718357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spc="-36">
                <a:solidFill>
                  <a:srgbClr val="16161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123. 456. 7890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09750" y="4754245"/>
            <a:ext cx="678509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16161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30720" y="7211267"/>
            <a:ext cx="1911102" cy="346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 b="1" spc="-36">
                <a:solidFill>
                  <a:srgbClr val="16161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Lee Sujin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327</Words>
  <Application>Microsoft Office PowerPoint</Application>
  <PresentationFormat>사용자 지정</PresentationFormat>
  <Paragraphs>138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Source Han Sans KR</vt:lpstr>
      <vt:lpstr>Source Han Sans KR Bold</vt:lpstr>
      <vt:lpstr>Source Han Sans KR Light</vt:lpstr>
      <vt:lpstr>Source Han Sans KR Medium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무료 마케터 심플한 포트폴리오 프레젠테이션</dc:title>
  <cp:lastModifiedBy>admin</cp:lastModifiedBy>
  <cp:revision>20</cp:revision>
  <dcterms:created xsi:type="dcterms:W3CDTF">2006-08-16T00:00:00Z</dcterms:created>
  <dcterms:modified xsi:type="dcterms:W3CDTF">2026-08-29T02:42:07Z</dcterms:modified>
  <cp:version/>
</cp:coreProperties>
</file>